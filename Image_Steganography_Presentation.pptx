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836A">
              <a:alpha val="15000"/>
            </a:srgbClr>
          </a:solidFill>
          <a:ln w="12700">
            <a:solidFill>
              <a:srgbClr val="00836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FFCC">
              <a:alpha val="10000"/>
            </a:srgbClr>
          </a:solidFill>
          <a:ln w="12700">
            <a:solidFill>
              <a:srgbClr val="00FFC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371600" cy="1371600"/>
          </a:xfrm>
          <a:prstGeom prst="ellipse">
            <a:avLst/>
          </a:prstGeom>
          <a:solidFill>
            <a:srgbClr val="00FFCC">
              <a:alpha val="20000"/>
            </a:srgbClr>
          </a:solidFill>
          <a:ln w="12700">
            <a:solidFill>
              <a:srgbClr val="00FFCC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Steganography Tool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secret messages inside images using LSB technique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Bikkina  |  B.Tech CS (Cyber Security)  |  Malla Reddy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353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2801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32120" y="13533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267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LSB Technique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945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2267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182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93192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089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3182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desktop app that embeds secret text into image files invisibly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LSB steganography to modify pixel data imperceptibly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GUI for both encoding &amp; decoding operations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zero visual quality loss in output images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PNG, JPG, and BMP image formats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A1A3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9204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 encoding &amp; decoding in raster images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desktop app (Windows/Mac/Linux)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on RGB color channels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Out-of-scope: Encryption / password protection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Out-of-scope: Video or audio steganography
</a:t>
            </a:r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Out-of-scope: Network transmission of messages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06040" cy="3840480"/>
          </a:xfrm>
          <a:prstGeom prst="rect">
            <a:avLst/>
          </a:prstGeom>
          <a:solidFill>
            <a:srgbClr val="1A1A3A"/>
          </a:solidFill>
          <a:ln w="19050">
            <a:solidFill>
              <a:srgbClr val="00F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7315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43000"/>
            <a:ext cx="594360" cy="594360"/>
          </a:xfrm>
          <a:prstGeom prst="ellipse">
            <a:avLst/>
          </a:prstGeom>
          <a:solidFill>
            <a:srgbClr val="00FFCC">
              <a:alpha val="20000"/>
            </a:srgbClr>
          </a:solidFill>
          <a:ln w="12700">
            <a:solidFill>
              <a:srgbClr val="00FFC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or higher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 — v10.3.0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(built-in with Python)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package manager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3840480"/>
          </a:xfrm>
          <a:prstGeom prst="rect">
            <a:avLst/>
          </a:prstGeom>
          <a:solidFill>
            <a:srgbClr val="1A1A3A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60604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143000"/>
            <a:ext cx="594360" cy="59436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CPU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GB RAM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with 1280×720+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&lt; 10 MB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06040" cy="3840480"/>
          </a:xfrm>
          <a:prstGeom prst="rect">
            <a:avLst/>
          </a:prstGeom>
          <a:solidFill>
            <a:srgbClr val="1A1A3A"/>
          </a:solidFill>
          <a:ln w="19050">
            <a:solidFill>
              <a:srgbClr val="FF65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960120"/>
            <a:ext cx="2606040" cy="73152"/>
          </a:xfrm>
          <a:prstGeom prst="rect">
            <a:avLst/>
          </a:prstGeom>
          <a:solidFill>
            <a:srgbClr val="FF6584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143000"/>
            <a:ext cx="594360" cy="594360"/>
          </a:xfrm>
          <a:prstGeom prst="ellipse">
            <a:avLst/>
          </a:prstGeom>
          <a:solidFill>
            <a:srgbClr val="FF6584">
              <a:alpha val="20000"/>
            </a:srgbClr>
          </a:solidFill>
          <a:ln w="12700">
            <a:solidFill>
              <a:srgbClr val="FF658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Python programming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bit manipulation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pixel concepts
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(Tkinter basics)</a:t>
            </a:r>
            <a:endParaRPr lang="en-US" sz="12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216152"/>
            <a:ext cx="457200" cy="4572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216152"/>
            <a:ext cx="457200" cy="45720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1615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LSB Technique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66928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097280"/>
            <a:ext cx="566928" cy="566928"/>
          </a:xfrm>
          <a:prstGeom prst="rect">
            <a:avLst/>
          </a:prstGeom>
          <a:solidFill>
            <a:srgbClr val="FF8E53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097280"/>
            <a:ext cx="566928" cy="566928"/>
          </a:xfrm>
          <a:prstGeom prst="rect">
            <a:avLst/>
          </a:prstGeom>
          <a:solidFill>
            <a:srgbClr val="FFD93D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66928" cy="566928"/>
          </a:xfrm>
          <a:prstGeom prst="rect">
            <a:avLst/>
          </a:prstGeom>
          <a:solidFill>
            <a:srgbClr val="6BCB77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691640"/>
            <a:ext cx="566928" cy="566928"/>
          </a:xfrm>
          <a:prstGeom prst="rect">
            <a:avLst/>
          </a:prstGeom>
          <a:solidFill>
            <a:srgbClr val="4D96FF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691640"/>
            <a:ext cx="566928" cy="566928"/>
          </a:xfrm>
          <a:prstGeom prst="rect">
            <a:avLst/>
          </a:prstGeom>
          <a:solidFill>
            <a:srgbClr val="C77DFF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566928" cy="566928"/>
          </a:xfrm>
          <a:prstGeom prst="rect">
            <a:avLst/>
          </a:prstGeom>
          <a:solidFill>
            <a:srgbClr val="00FFCC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286000"/>
            <a:ext cx="566928" cy="566928"/>
          </a:xfrm>
          <a:prstGeom prst="rect">
            <a:avLst/>
          </a:prstGeom>
          <a:solidFill>
            <a:srgbClr val="FFB347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286000"/>
            <a:ext cx="566928" cy="566928"/>
          </a:xfrm>
          <a:prstGeom prst="rect">
            <a:avLst/>
          </a:prstGeom>
          <a:solidFill>
            <a:srgbClr val="FF6584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Pixels (RGB)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920240"/>
            <a:ext cx="45720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926080" y="1097280"/>
            <a:ext cx="2743200" cy="91440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170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255 =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23360" y="11704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</a:t>
            </a:r>
            <a:pPr indent="0" marL="0">
              <a:buNone/>
            </a:pPr>
            <a:r>
              <a:rPr lang="en-US" sz="1100" b="1" dirty="0">
                <a:solidFill>
                  <a:srgbClr val="FF6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G: 100 = 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233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0110010</a:t>
            </a:r>
            <a:pPr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92608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LSB replaced with message bit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52160" y="109728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10607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binary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55080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ASCII character → 8 bits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1508760"/>
            <a:ext cx="0" cy="274320"/>
          </a:xfrm>
          <a:prstGeom prst="line">
            <a:avLst/>
          </a:prstGeom>
          <a:noFill/>
          <a:ln w="12700">
            <a:solidFill>
              <a:srgbClr val="00836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0" y="187452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55080" y="1837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pixels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5508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R, G, B channels sequentially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35040" y="2286000"/>
            <a:ext cx="0" cy="274320"/>
          </a:xfrm>
          <a:prstGeom prst="line">
            <a:avLst/>
          </a:prstGeom>
          <a:noFill/>
          <a:ln w="12700">
            <a:solidFill>
              <a:srgbClr val="00836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265176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55080" y="2615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LSB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55080" y="2852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last bit of each channel with message bit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35040" y="3063240"/>
            <a:ext cx="0" cy="274320"/>
          </a:xfrm>
          <a:prstGeom prst="line">
            <a:avLst/>
          </a:prstGeom>
          <a:noFill/>
          <a:ln w="12700">
            <a:solidFill>
              <a:srgbClr val="00836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52160" y="342900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355080" y="3392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delimiter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355080" y="3630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$$END$$ marker to signal message end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035040" y="3840480"/>
            <a:ext cx="0" cy="274320"/>
          </a:xfrm>
          <a:prstGeom prst="line">
            <a:avLst/>
          </a:prstGeom>
          <a:noFill/>
          <a:ln w="12700">
            <a:solidFill>
              <a:srgbClr val="00836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52160" y="420624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521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55080" y="4169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PNG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355080" y="4407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format preserves hidden bits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Encode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931920"/>
          </a:xfrm>
          <a:prstGeom prst="rect">
            <a:avLst/>
          </a:prstGeom>
          <a:solidFill>
            <a:srgbClr val="0A0A18"/>
          </a:solidFill>
          <a:ln w="19050">
            <a:solidFill>
              <a:srgbClr val="0083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292608"/>
          </a:xfrm>
          <a:prstGeom prst="rect">
            <a:avLst/>
          </a:prstGeom>
          <a:solidFill>
            <a:srgbClr val="08081A"/>
          </a:solidFill>
          <a:ln w="12700">
            <a:solidFill>
              <a:srgbClr val="0808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926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969264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96926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50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Image Steganography Tool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61872"/>
            <a:ext cx="1097280" cy="25603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261872"/>
            <a:ext cx="1097280" cy="256032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627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Image: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176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Message: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File Name: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1828800"/>
            <a:ext cx="3108960" cy="256032"/>
          </a:xfrm>
          <a:prstGeom prst="rect">
            <a:avLst/>
          </a:prstGeom>
          <a:solidFill>
            <a:srgbClr val="111128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8470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example_photo.png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94760" y="1828800"/>
            <a:ext cx="64008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8470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2395728"/>
            <a:ext cx="3840480" cy="594360"/>
          </a:xfrm>
          <a:prstGeom prst="rect">
            <a:avLst/>
          </a:prstGeom>
          <a:solidFill>
            <a:srgbClr val="111128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4505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me at the library at 3pm tomorrow.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337560"/>
            <a:ext cx="3840480" cy="256032"/>
          </a:xfrm>
          <a:prstGeom prst="rect">
            <a:avLst/>
          </a:prstGeom>
          <a:solidFill>
            <a:srgbClr val="111128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558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encoded_image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3703320"/>
            <a:ext cx="3840480" cy="34747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HIDE MESSAGE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0965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Message hidden! Saved as: encoded_image.png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Select source image (PNG/JPG/BMP)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148132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Type any secret text message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239572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Set output filename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335584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Click to embed &amp; save PNG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9240" y="385876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 confirmation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49240" y="427024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Decode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931920"/>
          </a:xfrm>
          <a:prstGeom prst="rect">
            <a:avLst/>
          </a:prstGeom>
          <a:solidFill>
            <a:srgbClr val="0A0A18"/>
          </a:solidFill>
          <a:ln w="19050">
            <a:solidFill>
              <a:srgbClr val="0083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292608"/>
          </a:xfrm>
          <a:prstGeom prst="rect">
            <a:avLst/>
          </a:prstGeom>
          <a:solidFill>
            <a:srgbClr val="08081A"/>
          </a:solidFill>
          <a:ln w="12700">
            <a:solidFill>
              <a:srgbClr val="0808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926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969264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96926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50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Image Steganography Tool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61872"/>
            <a:ext cx="1097280" cy="256032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261872"/>
            <a:ext cx="1097280" cy="25603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Encoded Image: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828800"/>
            <a:ext cx="3108960" cy="256032"/>
          </a:xfrm>
          <a:prstGeom prst="rect">
            <a:avLst/>
          </a:prstGeom>
          <a:solidFill>
            <a:srgbClr val="111128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470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encoded_image.png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94760" y="1828800"/>
            <a:ext cx="640080" cy="256032"/>
          </a:xfrm>
          <a:prstGeom prst="rect">
            <a:avLst/>
          </a:prstGeom>
          <a:solidFill>
            <a:srgbClr val="1E2D3D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8470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2212848"/>
            <a:ext cx="3840480" cy="347472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REVEAL MESSAGE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2651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Message: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889504"/>
            <a:ext cx="3840480" cy="1417320"/>
          </a:xfrm>
          <a:prstGeom prst="rect">
            <a:avLst/>
          </a:prstGeom>
          <a:solidFill>
            <a:srgbClr val="111128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944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 me at the library at 3pm tomorrow.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Load encoded PNG image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184708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Click to extract hidden bits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2414016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Secret message revealed in teal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308152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Message decoded from LSB bits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538728"/>
            <a:ext cx="256032" cy="0"/>
          </a:xfrm>
          <a:prstGeom prst="line">
            <a:avLst/>
          </a:prstGeom>
          <a:noFill/>
          <a:ln w="9525">
            <a:solidFill>
              <a:srgbClr val="00FF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607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1408176"/>
            <a:ext cx="7589520" cy="658368"/>
          </a:xfrm>
          <a:prstGeom prst="rect">
            <a:avLst/>
          </a:prstGeom>
          <a:solidFill>
            <a:srgbClr val="080810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408176"/>
            <a:ext cx="73152" cy="658368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44475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https://github.com/chaitanyacyb/image-steganography.git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image-steganography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4086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2688336"/>
            <a:ext cx="7589520" cy="384048"/>
          </a:xfrm>
          <a:prstGeom prst="rect">
            <a:avLst/>
          </a:prstGeom>
          <a:solidFill>
            <a:srgbClr val="080810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688336"/>
            <a:ext cx="73152" cy="384048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724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1181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Installs Pillow==10.3.0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62102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Application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968496"/>
            <a:ext cx="7589520" cy="384048"/>
          </a:xfrm>
          <a:prstGeom prst="rect">
            <a:avLst/>
          </a:prstGeom>
          <a:solidFill>
            <a:srgbClr val="080810"/>
          </a:solidFill>
          <a:ln w="6350">
            <a:solidFill>
              <a:srgbClr val="0083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968496"/>
            <a:ext cx="73152" cy="384048"/>
          </a:xfrm>
          <a:prstGeom prst="rect">
            <a:avLst/>
          </a:prstGeom>
          <a:solidFill>
            <a:srgbClr val="00FFCC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steganography.py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3982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the GUI window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1A1A0A"/>
          </a:solidFill>
          <a:ln w="6350">
            <a:solidFill>
              <a:srgbClr val="FFBD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908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Always save encoded images as .png — JPG's lossy compression will corrupt the hidden data!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00F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00FFCC">
              <a:alpha val="25000"/>
            </a:srgbClr>
          </a:solidFill>
          <a:ln w="12700">
            <a:solidFill>
              <a:srgbClr val="00FFCC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Communication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5488" y="166420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agencies and journalists use steganography to pass information without raising suspicion in high-risk environments.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143000"/>
            <a:ext cx="502920" cy="50292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95928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Watermarking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355848" y="166420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invisible copyright marks in images to prove ownership and track unauthorized distribution of digital assets.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143000"/>
            <a:ext cx="502920" cy="502920"/>
          </a:xfrm>
          <a:prstGeom prst="ellipse">
            <a:avLst/>
          </a:prstGeom>
          <a:solidFill>
            <a:srgbClr val="28C840">
              <a:alpha val="25000"/>
            </a:srgbClr>
          </a:solidFill>
          <a:ln w="12700">
            <a:solidFill>
              <a:srgbClr val="28C840">
                <a:alpha val="4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C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Research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36208" y="166420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steganographic channels to detect hidden data exfiltration or malware using covert image-based payloads.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88036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658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3017520"/>
            <a:ext cx="502920" cy="502920"/>
          </a:xfrm>
          <a:prstGeom prst="ellipse">
            <a:avLst/>
          </a:prstGeom>
          <a:solidFill>
            <a:srgbClr val="FF6584">
              <a:alpha val="25000"/>
            </a:srgbClr>
          </a:solidFill>
          <a:ln w="12700">
            <a:solidFill>
              <a:srgbClr val="FF6584">
                <a:alpha val="4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Checks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488" y="353872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checksums or metadata inside images to verify that files have not been tampered with during transfer.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83280" y="3017520"/>
            <a:ext cx="502920" cy="502920"/>
          </a:xfrm>
          <a:prstGeom prst="ellipse">
            <a:avLst/>
          </a:prstGeom>
          <a:solidFill>
            <a:srgbClr val="FFBD2E">
              <a:alpha val="25000"/>
            </a:srgbClr>
          </a:solidFill>
          <a:ln w="12700">
            <a:solidFill>
              <a:srgbClr val="FFBD2E">
                <a:alpha val="40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632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95928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Learning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3355848" y="353872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introduction to binary arithmetic, image processing, and information security concepts for CS students.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1A1A3A"/>
          </a:solidFill>
          <a:ln w="12700">
            <a:solidFill>
              <a:srgbClr val="4D96F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017520"/>
            <a:ext cx="502920" cy="502920"/>
          </a:xfrm>
          <a:prstGeom prst="ellipse">
            <a:avLst/>
          </a:prstGeom>
          <a:solidFill>
            <a:srgbClr val="4D96FF">
              <a:alpha val="25000"/>
            </a:srgbClr>
          </a:solidFill>
          <a:ln w="12700">
            <a:solidFill>
              <a:srgbClr val="4D96FF">
                <a:alpha val="40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6324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76288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236208" y="3538728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uses steganalysis to uncover hidden evidence within images in criminal investigations.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0836A">
              <a:alpha val="12000"/>
            </a:srgbClr>
          </a:solidFill>
          <a:ln w="12700">
            <a:solidFill>
              <a:srgbClr val="00836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6C63FF">
              <a:alpha val="10000"/>
            </a:srgbClr>
          </a:solidFill>
          <a:ln w="12700">
            <a:solidFill>
              <a:srgbClr val="6C63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640080"/>
            <a:ext cx="1828800" cy="1828800"/>
          </a:xfrm>
          <a:prstGeom prst="ellipse">
            <a:avLst/>
          </a:prstGeom>
          <a:solidFill>
            <a:srgbClr val="00FFCC">
              <a:alpha val="18000"/>
            </a:srgbClr>
          </a:solidFill>
          <a:ln w="12700">
            <a:solidFill>
              <a:srgbClr val="00FFCC">
                <a:alpha val="2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82880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A1A3A"/>
          </a:solidFill>
          <a:ln w="12700">
            <a:solidFill>
              <a:srgbClr val="0083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</a:t>
            </a:r>
            <a:pPr algn="ctr" indent="0" marL="0"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+ Tkinter</a:t>
            </a:r>
            <a:pPr algn="ctr" indent="0" marL="0"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Encoding</a:t>
            </a:r>
            <a:pPr algn="ctr" indent="0" marL="0"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Desktop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Steganography Tool</dc:title>
  <dc:subject>PptxGenJS Presentation</dc:subject>
  <dc:creator>Chaitanya Bikkina</dc:creator>
  <cp:lastModifiedBy>Chaitanya Bikkina</cp:lastModifiedBy>
  <cp:revision>1</cp:revision>
  <dcterms:created xsi:type="dcterms:W3CDTF">2026-06-05T09:38:17Z</dcterms:created>
  <dcterms:modified xsi:type="dcterms:W3CDTF">2026-06-05T09:38:17Z</dcterms:modified>
</cp:coreProperties>
</file>